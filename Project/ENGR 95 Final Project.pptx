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45e0ea75b7164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45e0ea75b7164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0f5cb3df8c3f584_0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0f5cb3df8c3f584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1711b4809794c4_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c1711b4809794c4_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45e0ea75b7164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45e0ea75b7164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45e0ea75b71640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45e0ea75b71640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0f5cb3df8c3f584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60f5cb3df8c3f584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645e0ea75b7164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645e0ea75b7164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45e0ea75b7164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645e0ea75b7164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45e0ea75b71640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45e0ea75b71640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u96ONaicLhdSEhPKsXsuN5zfQ3ohjqXY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Sensing the World Final Project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roof system with Arduino Nano ESP32</a:t>
            </a:r>
            <a:endParaRPr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Max Weiner, Justin Ficca, JB Volkert</a:t>
            </a:r>
            <a:endParaRPr b="1"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125" y="1460150"/>
            <a:ext cx="1778974" cy="237197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4739425" y="4664100"/>
            <a:ext cx="4034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Project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Concept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Retractable Roof based on </a:t>
            </a:r>
            <a:r>
              <a:rPr lang="en"/>
              <a:t>environmental</a:t>
            </a:r>
            <a:r>
              <a:rPr lang="en"/>
              <a:t>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Applications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Patio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Sporting Arena Roof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3071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Limited to </a:t>
            </a:r>
            <a:r>
              <a:rPr lang="en" sz="1600"/>
              <a:t>Materials in Keysight Lab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Complete by project deadline</a:t>
            </a:r>
            <a:endParaRPr sz="1600"/>
          </a:p>
        </p:txBody>
      </p:sp>
      <p:sp>
        <p:nvSpPr>
          <p:cNvPr id="88" name="Google Shape;88;p1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Must improve quality of life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Must include moisture sensor, one other sensor, arduino nano, LED, and motor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5650575" y="575950"/>
            <a:ext cx="3071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 and Outputs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818875" y="1192975"/>
            <a:ext cx="2069700" cy="1136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Moisture Sensor(Analog)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Light Sensor(Binary)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818875" y="2669100"/>
            <a:ext cx="2069700" cy="1136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Rocker Switch(Binary)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058100" y="1187300"/>
            <a:ext cx="1426500" cy="2534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Arduino Nano ESP32 Controller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597300" y="2145450"/>
            <a:ext cx="2348100" cy="852600"/>
          </a:xfrm>
          <a:prstGeom prst="ellipse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Software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654125" y="1148238"/>
            <a:ext cx="2069700" cy="11361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Stepper Motor to actuate roof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654125" y="2624363"/>
            <a:ext cx="2069700" cy="11361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Flashing LED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16"/>
          <p:cNvCxnSpPr>
            <a:stCxn id="95" idx="3"/>
            <a:endCxn id="98" idx="1"/>
          </p:cNvCxnSpPr>
          <p:nvPr/>
        </p:nvCxnSpPr>
        <p:spPr>
          <a:xfrm>
            <a:off x="2888575" y="1761025"/>
            <a:ext cx="1052700" cy="50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" name="Google Shape;102;p16"/>
          <p:cNvCxnSpPr>
            <a:stCxn id="96" idx="3"/>
            <a:endCxn id="98" idx="3"/>
          </p:cNvCxnSpPr>
          <p:nvPr/>
        </p:nvCxnSpPr>
        <p:spPr>
          <a:xfrm flipH="1" rot="10800000">
            <a:off x="2888575" y="2873250"/>
            <a:ext cx="1052700" cy="36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" name="Google Shape;103;p16"/>
          <p:cNvCxnSpPr>
            <a:stCxn id="98" idx="7"/>
            <a:endCxn id="99" idx="1"/>
          </p:cNvCxnSpPr>
          <p:nvPr/>
        </p:nvCxnSpPr>
        <p:spPr>
          <a:xfrm flipH="1" rot="10800000">
            <a:off x="5601529" y="1716210"/>
            <a:ext cx="1052700" cy="55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" name="Google Shape;104;p16"/>
          <p:cNvCxnSpPr>
            <a:stCxn id="98" idx="5"/>
            <a:endCxn id="100" idx="1"/>
          </p:cNvCxnSpPr>
          <p:nvPr/>
        </p:nvCxnSpPr>
        <p:spPr>
          <a:xfrm>
            <a:off x="5601529" y="2873190"/>
            <a:ext cx="1052700" cy="3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Overview 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 -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Defined Functionality and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Assigned responsibilities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possible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Swing arm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Roll-up roof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initial prototypes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 and test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525" y="1519088"/>
            <a:ext cx="2105313" cy="210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Mechanical Concept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25" y="1880687"/>
            <a:ext cx="1882829" cy="251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 rotWithShape="1">
          <a:blip r:embed="rId4">
            <a:alphaModFix/>
          </a:blip>
          <a:srcRect b="0" l="0" r="0" t="26831"/>
          <a:stretch/>
        </p:blipFill>
        <p:spPr>
          <a:xfrm rot="-5400000">
            <a:off x="3422439" y="2004638"/>
            <a:ext cx="2319122" cy="226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5">
            <a:alphaModFix/>
          </a:blip>
          <a:srcRect b="0" l="20064" r="0" t="0"/>
          <a:stretch/>
        </p:blipFill>
        <p:spPr>
          <a:xfrm>
            <a:off x="6234200" y="2059150"/>
            <a:ext cx="2631847" cy="24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808350" y="1460250"/>
            <a:ext cx="75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Initial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Design				added pulling string		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Integrated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motor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Electrical Systems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98" y="1834025"/>
            <a:ext cx="2073017" cy="276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 rotWithShape="1">
          <a:blip r:embed="rId4">
            <a:alphaModFix/>
          </a:blip>
          <a:srcRect b="13717" l="19221" r="24381" t="11856"/>
          <a:stretch/>
        </p:blipFill>
        <p:spPr>
          <a:xfrm rot="5400000">
            <a:off x="3262771" y="1851400"/>
            <a:ext cx="2757554" cy="2729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252075" y="1372325"/>
            <a:ext cx="87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Testing different motors 		Integrating sensors		putting it all together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5">
            <a:alphaModFix/>
          </a:blip>
          <a:srcRect b="8551" l="0" r="0" t="23153"/>
          <a:stretch/>
        </p:blipFill>
        <p:spPr>
          <a:xfrm>
            <a:off x="6332900" y="1995000"/>
            <a:ext cx="2626060" cy="23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Results-Full Implementation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 title="fullimpmidd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250" y="1595775"/>
            <a:ext cx="6321600" cy="30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AI 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Gemini 3.6 Thinking model used for creating and editing all code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0" y="1315650"/>
            <a:ext cx="1976000" cy="11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Successes</a:t>
            </a:r>
            <a:r>
              <a:rPr lang="en"/>
              <a:t> 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Stepper Motor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Mechanical roll-up roof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